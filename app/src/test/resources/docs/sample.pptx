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Deck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one</a:t>
            </a:r>
          </a:p>
          <a:p>
            <a:pPr lvl="1"/>
            <a:r>
              <a:t>Sub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200">
                <a:solidFill>
                  <a:srgbClr val="FF0000"/>
                </a:solidFill>
              </a:rPr>
              <a:t>Red bold 32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9144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1828800" cy="9144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0" y="27432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</a:t>
                      </a: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914400" y="4572000"/>
            <a:ext cx="1828800" cy="457200"/>
            <a:chOff x="914400" y="4572000"/>
            <a:chExt cx="1828800" cy="457200"/>
          </a:xfrm>
        </p:grpSpPr>
        <p:sp>
          <p:nvSpPr>
            <p:cNvPr id="7" name="TextBox 6"/>
            <p:cNvSpPr txBox="1"/>
            <p:nvPr/>
          </p:nvSpPr>
          <p:spPr>
            <a:xfrm>
              <a:off x="914400" y="4572000"/>
              <a:ext cx="18288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In a group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